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Kanit Light" pitchFamily="2" charset="-34"/>
      <p:regular r:id="rId14"/>
    </p:embeddedFont>
    <p:embeddedFont>
      <p:font typeface="Martel Sans" pitchFamily="2" charset="77"/>
      <p:regular r:id="rId15"/>
    </p:embeddedFont>
    <p:embeddedFont>
      <p:font typeface="Martel Sans 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446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D6DFD3-6A2F-4ADA-0B7D-F9C6D17DDD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D01B6-E579-3056-1E46-FB1122B558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7DFE1-1F71-CB41-AE26-C91944E1329B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829A6-B7E4-99B3-A604-F6E04BE683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28DAE-B1C7-B729-DAC2-8712B97409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FBA78-FF5B-AE46-A002-5483A1CEC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4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92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7329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Student Attendance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86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dual-mode authentication platform combining </a:t>
            </a: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facial recognition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QR code verification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deliver accurate, real-time, and fraud-resistant attendance tracking for modern academic institutions.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654772"/>
            <a:ext cx="1273671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697263"/>
            <a:ext cx="15607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ACADEMIC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269632" y="3654772"/>
            <a:ext cx="131333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54687" y="3697263"/>
            <a:ext cx="160042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COMPUTER SCIENCE</a:t>
            </a:r>
            <a:endParaRPr lang="en-US" sz="8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13655-2C65-E5AF-CFB7-408D2A6F45C8}"/>
              </a:ext>
            </a:extLst>
          </p:cNvPr>
          <p:cNvSpPr txBox="1"/>
          <p:nvPr/>
        </p:nvSpPr>
        <p:spPr>
          <a:xfrm>
            <a:off x="3934793" y="4072086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YAKA ANANTHA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323129512059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173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Problem with Traditional Attendance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5119" y="1314673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attendance systems are error-prone, time-consuming, and increasingly inadequate as class sizes grow.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767334"/>
            <a:ext cx="4722763" cy="662360"/>
          </a:xfrm>
          <a:prstGeom prst="roundRect">
            <a:avLst>
              <a:gd name="adj" fmla="val 7444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47232" y="1889447"/>
            <a:ext cx="447853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Time Loss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47232" y="2135907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Roll calls consume 5–10 minutes per session, reducing instructional time.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25119" y="2526878"/>
            <a:ext cx="4722763" cy="662360"/>
          </a:xfrm>
          <a:prstGeom prst="roundRect">
            <a:avLst>
              <a:gd name="adj" fmla="val 7444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7232" y="2648992"/>
            <a:ext cx="447853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Proxy Attendance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47232" y="2895451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easily mark absent peers as present with no verification mechanism.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25119" y="3286423"/>
            <a:ext cx="4722763" cy="662360"/>
          </a:xfrm>
          <a:prstGeom prst="roundRect">
            <a:avLst>
              <a:gd name="adj" fmla="val 7444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7232" y="3408536"/>
            <a:ext cx="447853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Human Errors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47232" y="3654996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registers introduce data entry mistakes and record inconsistencies.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4045967"/>
            <a:ext cx="4722763" cy="662360"/>
          </a:xfrm>
          <a:prstGeom prst="roundRect">
            <a:avLst>
              <a:gd name="adj" fmla="val 7444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47232" y="4168080"/>
            <a:ext cx="447853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No Real-Time Data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47232" y="4414540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Fraudulent records go undetected until end-of-term reviews.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Our Solution: An Intelligent Attendance Platform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unified system enabling students to authenticate via </a:t>
            </a: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facial recognition</a:t>
            </a: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or </a:t>
            </a:r>
            <a:r>
              <a:rPr lang="en-US" sz="5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QR code</a:t>
            </a: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while faculty and administrators access live dashboards and automated reports.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461096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Dual-Mode Authentication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63232" y="2607246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choose facial recognition or QR code based on device availability and classroom setup.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232" y="2727722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Live Faculty Dashboard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663232" y="2873871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Instructors monitor attendance status in real time and receive automated defaulter alerts.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663232" y="299434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Records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663232" y="3140497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data syncs to a secure cloud database with exportable reports and trend analytics.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7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926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integrates proven open-source and enterprise-grade technologies across the full stack.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65548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2624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32757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OpenCV and dlib for facial detection, landmark extraction, and 128-dimensional face encoding.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65548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22624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QR Authentication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532757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Time-sensitive, session-bound QR codes generated per class to prevent replay attacks.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69903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73060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Backend &amp; Database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037112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RESTful API (Node.js/Python) with PostgreSQL for records and Redis for session caching.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26990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73060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Frontend &amp; Sync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037112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Responsive React web app with WebSocket-based real-time data synchronization.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 &amp; Workflow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Sync &amp; Alert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Record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Validate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Authenticate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From authentication to record storage, the entire pipeline completes in under 3 seconds, ensuring zero disruption to classroom flow while maintaining an auditable, tamper-proof attendance log.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01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Features by User Role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26666"/>
            <a:ext cx="2622724" cy="30165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180" y="1549598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927" y="2012752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6927" y="2319263"/>
            <a:ext cx="2301106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Self-service attendance via face scan or QR code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Personal attendance history and trend view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Low-attendance warnings and notifications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Cross-device access (web and mobile)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426666"/>
            <a:ext cx="2622724" cy="301659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5662" y="1549598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21410" y="2012752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Faculty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3421410" y="2319263"/>
            <a:ext cx="2301106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class attendance dashboard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override and correction tools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defaulter identification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Session-wise and semester-wise reports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426666"/>
            <a:ext cx="2622724" cy="3016597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0145" y="1549598"/>
            <a:ext cx="212601" cy="21260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85892" y="2012752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Administrators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6185892" y="2319263"/>
            <a:ext cx="2301106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Institution-wide attendance analytics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Exportable reports (PDF, CSV, Excel)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Course and student enrollment management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System configuration and audit logs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9136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Traditional vs. AI-Powered Attendance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253505"/>
            <a:ext cx="3921844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table below highlights key differences between manual attendance methods and the proposed AI-powered system across critical operational dimensions.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52848"/>
            <a:ext cx="3921844" cy="838349"/>
          </a:xfrm>
          <a:prstGeom prst="roundRect">
            <a:avLst>
              <a:gd name="adj" fmla="val 6326"/>
            </a:avLst>
          </a:prstGeom>
          <a:solidFill>
            <a:srgbClr val="DFEC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25" y="2124001"/>
            <a:ext cx="157758" cy="1262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6289" y="2085603"/>
            <a:ext cx="3385468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AI-powered system eliminates proxy attendance, reduces administrative time by up to 80%, and provides auditable, real-time records accessible from anywhere.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730800" y="1278806"/>
            <a:ext cx="3921844" cy="3149054"/>
          </a:xfrm>
          <a:prstGeom prst="roundRect">
            <a:avLst>
              <a:gd name="adj" fmla="val 168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30800" y="1621259"/>
            <a:ext cx="3921844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30800" y="1961331"/>
            <a:ext cx="3921844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730800" y="2492350"/>
            <a:ext cx="3921844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30800" y="3023369"/>
            <a:ext cx="3921844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730800" y="3363441"/>
            <a:ext cx="3921844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730800" y="3894460"/>
            <a:ext cx="3921844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861843" y="1355750"/>
            <a:ext cx="176971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Feature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26771" y="1355750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Traditional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600429" y="1355750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AI System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61843" y="1695822"/>
            <a:ext cx="176971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Verification Method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26771" y="1695822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roll call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600429" y="1695822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Face + QR code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61843" y="2035894"/>
            <a:ext cx="176971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Proxy Prevention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26771" y="2035894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None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600429" y="2035894"/>
            <a:ext cx="92124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Biometric + session token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61843" y="2566913"/>
            <a:ext cx="176971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Record Accuracy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426771" y="2566913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Error-prone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600429" y="2566913"/>
            <a:ext cx="92124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Automated, timestamped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61843" y="3097932"/>
            <a:ext cx="176971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Access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426771" y="3097932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Not available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600429" y="3097932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 dashboard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61843" y="3438004"/>
            <a:ext cx="176971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Report Generation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426771" y="3438004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effort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600429" y="3438004"/>
            <a:ext cx="92124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One-click export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61843" y="3969023"/>
            <a:ext cx="176971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Scalability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426771" y="3969023"/>
            <a:ext cx="13784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Limited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600429" y="3969023"/>
            <a:ext cx="92124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Cloud-ready, unlimited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674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Security, Scalability &amp; Reliability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5154"/>
            <a:ext cx="5198418" cy="2945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5644" y="1000497"/>
            <a:ext cx="266692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Fraud Prevention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85644" y="1285875"/>
            <a:ext cx="2666926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Session-bound QR codes expire after each class. Facial recognition uses 128-dimensional embeddings that are computationally infeasible to spoof.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85644" y="2069753"/>
            <a:ext cx="266692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☁️</a:t>
            </a: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Platform Independence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85644" y="2355131"/>
            <a:ext cx="266692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Browser-based frontend runs on any device — desktop, tablet, or smartphone — with no proprietary hardware required.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85644" y="2967335"/>
            <a:ext cx="266692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Scalability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85644" y="3252713"/>
            <a:ext cx="266692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Modular microservices architecture supports horizontal scaling from a single classroom to institution-wide deployment.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85644" y="3864918"/>
            <a:ext cx="2666926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Data Integrity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85644" y="4150296"/>
            <a:ext cx="266692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Immutable audit logs, role-based access control, and encrypted data transmission ensure compliance with academic data policies.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6747"/>
            <a:ext cx="4722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Benefits of the Proposed System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96119" y="898773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~80%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96119" y="1351657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Time Saved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6119" y="1560165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capture eliminates manual roll calls and data entry.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09465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~3s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96119" y="2362349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Authentication Speed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6119" y="2570857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Face scan or QR verification completes in seconds per student.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20157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24/7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496119" y="3373041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Access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119" y="3581549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Faculty and admins access live records anytime, anywhere.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30848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496119" y="4383732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Timestamped Records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6119" y="4592241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Every attendance entry is automatically time-stamped and auditable.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63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Enhancements &amp; Roadmap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78483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platform is designed for continuous evolution, with the following capabilities planned for upcoming releases.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62475" y="1434480"/>
            <a:ext cx="19050" cy="3310384"/>
          </a:xfrm>
          <a:prstGeom prst="roundRect">
            <a:avLst>
              <a:gd name="adj" fmla="val 50000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4033726" y="1576908"/>
            <a:ext cx="405333" cy="19050"/>
          </a:xfrm>
          <a:prstGeom prst="roundRect">
            <a:avLst>
              <a:gd name="adj" fmla="val 50000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4420009" y="1434480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0648" y="1459781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96119" y="1480914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1 — Anti-Spoofing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9" y="1769269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Liveness detection using blink and depth analysis to prevent photo-based spoofing.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4941" y="2374925"/>
            <a:ext cx="405333" cy="19050"/>
          </a:xfrm>
          <a:prstGeom prst="roundRect">
            <a:avLst>
              <a:gd name="adj" fmla="val 50000"/>
            </a:avLst>
          </a:prstGeom>
          <a:solidFill>
            <a:srgbClr val="C5D2CF"/>
          </a:solidFill>
          <a:ln/>
        </p:spPr>
      </p:sp>
      <p:sp>
        <p:nvSpPr>
          <p:cNvPr id="11" name="Shape 9"/>
          <p:cNvSpPr/>
          <p:nvPr/>
        </p:nvSpPr>
        <p:spPr>
          <a:xfrm>
            <a:off x="4420009" y="2232496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0648" y="2257797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47605" y="2278931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2 — Mobile &amp; Cloud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47605" y="2567285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Native iOS/Android apps with cloud deployment for multi-campus scalability.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33726" y="3067348"/>
            <a:ext cx="405333" cy="19050"/>
          </a:xfrm>
          <a:prstGeom prst="roundRect">
            <a:avLst>
              <a:gd name="adj" fmla="val 50000"/>
            </a:avLst>
          </a:prstGeom>
          <a:solidFill>
            <a:srgbClr val="C5D2CF"/>
          </a:solidFill>
          <a:ln/>
        </p:spPr>
      </p:sp>
      <p:sp>
        <p:nvSpPr>
          <p:cNvPr id="16" name="Shape 14"/>
          <p:cNvSpPr/>
          <p:nvPr/>
        </p:nvSpPr>
        <p:spPr>
          <a:xfrm>
            <a:off x="4420009" y="2924919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0648" y="2950220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6119" y="2971354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3 — AI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119" y="3259708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Predictive models to identify at-risk students based on attendance patterns.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4941" y="3759845"/>
            <a:ext cx="405333" cy="19050"/>
          </a:xfrm>
          <a:prstGeom prst="roundRect">
            <a:avLst>
              <a:gd name="adj" fmla="val 50000"/>
            </a:avLst>
          </a:prstGeom>
          <a:solidFill>
            <a:srgbClr val="C5D2C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0009" y="3617416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0648" y="3642717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247605" y="3663851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4 — Ecosystem Integration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47605" y="3952205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Geofencing, multi-factor authentication, and LMS integration (Moodle, Canvas).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735</Words>
  <Application>Microsoft Macintosh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Martel Sans</vt:lpstr>
      <vt:lpstr>Aptos</vt:lpstr>
      <vt:lpstr>Times New Roman</vt:lpstr>
      <vt:lpstr>Kanit Light</vt:lpstr>
      <vt:lpstr>Martel Sans Bold</vt:lpstr>
      <vt:lpstr>Twemoji Mozilla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4</cp:revision>
  <dcterms:created xsi:type="dcterms:W3CDTF">2026-07-28T04:59:47Z</dcterms:created>
  <dcterms:modified xsi:type="dcterms:W3CDTF">2026-08-07T04:18:17Z</dcterms:modified>
</cp:coreProperties>
</file>